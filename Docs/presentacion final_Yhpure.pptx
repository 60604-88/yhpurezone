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538" r:id="rId5"/>
    <p:sldId id="539" r:id="rId6"/>
    <p:sldId id="540" r:id="rId7"/>
    <p:sldId id="542" r:id="rId8"/>
    <p:sldId id="544" r:id="rId9"/>
    <p:sldId id="548" r:id="rId10"/>
    <p:sldId id="549" r:id="rId11"/>
    <p:sldId id="550" r:id="rId12"/>
    <p:sldId id="552" r:id="rId13"/>
    <p:sldId id="551" r:id="rId14"/>
    <p:sldId id="554" r:id="rId15"/>
    <p:sldId id="553" r:id="rId16"/>
    <p:sldId id="531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1" autoAdjust="0"/>
    <p:restoredTop sz="97242"/>
  </p:normalViewPr>
  <p:slideViewPr>
    <p:cSldViewPr snapToGrid="0">
      <p:cViewPr varScale="1">
        <p:scale>
          <a:sx n="111" d="100"/>
          <a:sy n="111" d="100"/>
        </p:scale>
        <p:origin x="636" y="96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7/11/2025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1BBB2DC0-A8D6-4151-AC0D-634544254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232" y="4417622"/>
            <a:ext cx="68836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Integrantes: </a:t>
            </a:r>
            <a:r>
              <a:rPr kumimoji="0" lang="es-CO" altLang="es-CO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lang="es-CO" altLang="es-CO" dirty="0"/>
              <a:t>Jean Pierre  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~York Guzmán   ~</a:t>
            </a:r>
            <a:r>
              <a:rPr lang="es-CO" altLang="es-CO" dirty="0"/>
              <a:t>Johan Jojoa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SENA – 2025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1704C4-D941-4C29-A725-247C771A7FCE}"/>
              </a:ext>
            </a:extLst>
          </p:cNvPr>
          <p:cNvSpPr txBox="1"/>
          <p:nvPr/>
        </p:nvSpPr>
        <p:spPr>
          <a:xfrm>
            <a:off x="5605860" y="1085545"/>
            <a:ext cx="4406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800" dirty="0"/>
              <a:t>Plataforma Web YH Pure Zone</a:t>
            </a:r>
            <a:endParaRPr lang="es-E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971137" y="2629744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Cotización y Agendamiento de Servicios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133805" y="3589168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1600" dirty="0"/>
              <a:t>Técnico en Programación de Aplicaciones y Servicios para la Nube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DE16E35-7746-4AE7-9FBC-0E08692F124C}"/>
              </a:ext>
            </a:extLst>
          </p:cNvPr>
          <p:cNvSpPr txBox="1"/>
          <p:nvPr/>
        </p:nvSpPr>
        <p:spPr>
          <a:xfrm>
            <a:off x="4796953" y="672461"/>
            <a:ext cx="3149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INTRODUCCION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 rot="10800000">
            <a:off x="422391" y="4545701"/>
            <a:ext cx="2882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 rot="10800000" flipV="1">
            <a:off x="1493948" y="2634511"/>
            <a:ext cx="932001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400" dirty="0"/>
              <a:t>YH Pure </a:t>
            </a:r>
            <a:r>
              <a:rPr lang="es-MX" sz="2400" dirty="0" err="1"/>
              <a:t>Zone</a:t>
            </a:r>
            <a:r>
              <a:rPr lang="es-MX" sz="2400" dirty="0"/>
              <a:t> gestiona sus servicios por WhatsApp y llamadas, lo que hace lento el proceso.</a:t>
            </a:r>
            <a:br>
              <a:rPr lang="es-MX" sz="2400" dirty="0"/>
            </a:br>
            <a:r>
              <a:rPr lang="es-MX" sz="2400" dirty="0"/>
              <a:t>La plataforma web busca agilizar la cotización, la reserva y la organización de servicios.</a:t>
            </a:r>
            <a:endParaRPr kumimoji="0" lang="es-CO" altLang="es-CO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1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5004814" y="643674"/>
            <a:ext cx="4733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PROBLEMA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09AB1F-875A-302A-C043-10E7831C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223" y="2456856"/>
            <a:ext cx="661020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Tiempos largos de respuesta.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Dificultad para organizar citas.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Pérdida de información</a:t>
            </a:r>
          </a:p>
        </p:txBody>
      </p:sp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4074876" y="774061"/>
            <a:ext cx="5249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Objetivo General</a:t>
            </a:r>
            <a:endParaRPr kumimoji="0" lang="es-ES" sz="30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90163" y="2917896"/>
            <a:ext cx="845712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sz="3000" dirty="0"/>
              <a:t>Automatizar la cotización y el agendamiento de servicios de limpieza mediante una plataforma web</a:t>
            </a:r>
            <a:endParaRPr kumimoji="0" lang="es-CO" altLang="es-CO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894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3889420" y="823685"/>
            <a:ext cx="6488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Objetivos Específicos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21" y="1023402"/>
            <a:ext cx="1942430" cy="102233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806" y="4987949"/>
            <a:ext cx="3696103" cy="1022332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266681" y="6560531"/>
            <a:ext cx="8976575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s-CO" altLang="es-CO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66681" y="2290263"/>
            <a:ext cx="750409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Cotizar servicios automáticamente.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Agendar citas en tiempo real.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Permitir al cliente ver historial y perfil.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Administrar servicios desde un panel.</a:t>
            </a:r>
          </a:p>
        </p:txBody>
      </p:sp>
    </p:spTree>
    <p:extLst>
      <p:ext uri="{BB962C8B-B14F-4D97-AF65-F5344CB8AC3E}">
        <p14:creationId xmlns:p14="http://schemas.microsoft.com/office/powerpoint/2010/main" val="3556387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4111153" y="638595"/>
            <a:ext cx="4101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Perfiles de Usuario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1679" y="2800620"/>
            <a:ext cx="1311927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Cliente: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Cotiza y agenda.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Administrador:</a:t>
            </a:r>
            <a:r>
              <a:rPr kumimoji="0" lang="es-CO" altLang="es-CO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Gestiona servicios, citas y usuarios.</a:t>
            </a:r>
          </a:p>
        </p:txBody>
      </p:sp>
    </p:spTree>
    <p:extLst>
      <p:ext uri="{BB962C8B-B14F-4D97-AF65-F5344CB8AC3E}">
        <p14:creationId xmlns:p14="http://schemas.microsoft.com/office/powerpoint/2010/main" val="30444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3711908" y="638595"/>
            <a:ext cx="540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Requerimientos Funcionales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D33A27E-113F-21DE-37F4-00A86FF739BF}"/>
              </a:ext>
            </a:extLst>
          </p:cNvPr>
          <p:cNvSpPr txBox="1"/>
          <p:nvPr/>
        </p:nvSpPr>
        <p:spPr>
          <a:xfrm>
            <a:off x="1837427" y="2386981"/>
            <a:ext cx="79168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Registro e inicio de sesión.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Calculadora de cotización interactiva.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Calendario con horarios disponibles.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Historial de servicios.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Panel administrativo para gestionar precios, servicios y citas.</a:t>
            </a:r>
          </a:p>
        </p:txBody>
      </p:sp>
    </p:spTree>
    <p:extLst>
      <p:ext uri="{BB962C8B-B14F-4D97-AF65-F5344CB8AC3E}">
        <p14:creationId xmlns:p14="http://schemas.microsoft.com/office/powerpoint/2010/main" val="269657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4613429" y="702989"/>
            <a:ext cx="5406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Requerimientos No Funcionales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0D108-AF0F-B87D-1584-21E43D930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197" y="2577543"/>
            <a:ext cx="64549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Interfaz fácil de usar.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Diseño adaptable (PC y móvil).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Contraseñas encriptadas.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Comunicación segura HTTPS.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Plataforma estable y disponible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329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3707656" y="728869"/>
            <a:ext cx="540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MX" sz="3200" dirty="0"/>
              <a:t>Modelo ER (Base de Datos)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62864" y="2103722"/>
            <a:ext cx="508958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000" b="1" dirty="0"/>
              <a:t>Tablas principales:</a:t>
            </a:r>
            <a:endParaRPr lang="es-MX" sz="2000" dirty="0"/>
          </a:p>
          <a:p>
            <a:r>
              <a:rPr lang="es-MX" sz="2000" dirty="0"/>
              <a:t>usuarios</a:t>
            </a:r>
          </a:p>
          <a:p>
            <a:r>
              <a:rPr lang="es-MX" sz="2000" dirty="0"/>
              <a:t>direcciones</a:t>
            </a:r>
          </a:p>
          <a:p>
            <a:r>
              <a:rPr lang="es-MX" sz="2000" dirty="0"/>
              <a:t>servicios</a:t>
            </a:r>
          </a:p>
          <a:p>
            <a:r>
              <a:rPr lang="es-MX" sz="2000" dirty="0" err="1"/>
              <a:t>servicio_opciones</a:t>
            </a:r>
            <a:endParaRPr lang="es-MX" sz="2000" dirty="0"/>
          </a:p>
          <a:p>
            <a:r>
              <a:rPr lang="es-MX" sz="2000" dirty="0" err="1"/>
              <a:t>opcion_variaciones</a:t>
            </a:r>
            <a:endParaRPr lang="es-MX" sz="2000" dirty="0"/>
          </a:p>
          <a:p>
            <a:r>
              <a:rPr lang="es-MX" sz="2000" dirty="0"/>
              <a:t>citas</a:t>
            </a:r>
          </a:p>
          <a:p>
            <a:r>
              <a:rPr lang="es-MX" sz="2000" dirty="0" err="1"/>
              <a:t>citas_servicios</a:t>
            </a:r>
            <a:endParaRPr lang="es-MX" sz="2000" dirty="0"/>
          </a:p>
          <a:p>
            <a:r>
              <a:rPr lang="es-MX" sz="2000" dirty="0"/>
              <a:t>reseñas</a:t>
            </a:r>
          </a:p>
          <a:p>
            <a:r>
              <a:rPr lang="es-MX" sz="2000" dirty="0" err="1"/>
              <a:t>bloqueos_disponibilidad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11795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4613429" y="702989"/>
            <a:ext cx="540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Tecnologías Utilizadas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05452" y="2397948"/>
            <a:ext cx="1411095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O" sz="3200" b="1" dirty="0" err="1"/>
              <a:t>Frontend</a:t>
            </a:r>
            <a:r>
              <a:rPr lang="es-CO" sz="3200" b="1" dirty="0"/>
              <a:t>:</a:t>
            </a:r>
            <a:r>
              <a:rPr lang="es-CO" sz="3200" dirty="0"/>
              <a:t> HTML, CSS, JavaScript, Bootstrap</a:t>
            </a:r>
            <a:br>
              <a:rPr lang="es-CO" sz="3200" dirty="0"/>
            </a:br>
            <a:r>
              <a:rPr lang="es-CO" sz="3200" b="1" dirty="0" err="1"/>
              <a:t>Backend</a:t>
            </a:r>
            <a:r>
              <a:rPr lang="es-CO" sz="3200" b="1" dirty="0"/>
              <a:t>:</a:t>
            </a:r>
            <a:r>
              <a:rPr lang="es-CO" sz="3200" dirty="0"/>
              <a:t> Node.js + Express</a:t>
            </a:r>
            <a:br>
              <a:rPr lang="es-CO" sz="3200" dirty="0"/>
            </a:br>
            <a:r>
              <a:rPr lang="es-CO" sz="3200" b="1" dirty="0"/>
              <a:t>Base de Datos:</a:t>
            </a:r>
            <a:r>
              <a:rPr lang="es-CO" sz="3200" dirty="0"/>
              <a:t> MySQL</a:t>
            </a:r>
            <a:br>
              <a:rPr lang="es-CO" sz="3200" dirty="0"/>
            </a:br>
            <a:r>
              <a:rPr lang="es-CO" sz="3200" b="1" dirty="0"/>
              <a:t>Comunicación:</a:t>
            </a:r>
            <a:r>
              <a:rPr lang="es-CO" sz="3200" dirty="0"/>
              <a:t> API REST</a:t>
            </a:r>
            <a:endParaRPr kumimoji="0" lang="es-CO" altLang="es-CO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570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926DC-6A1E-CDAC-E61B-CEB4697C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2182BC2-F17A-DD2B-FD5E-B31520B69E31}"/>
              </a:ext>
            </a:extLst>
          </p:cNvPr>
          <p:cNvSpPr txBox="1"/>
          <p:nvPr/>
        </p:nvSpPr>
        <p:spPr>
          <a:xfrm>
            <a:off x="4613429" y="702989"/>
            <a:ext cx="540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Metodología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832886-EB3D-5449-EAE5-0E61348D6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327" y="2343081"/>
            <a:ext cx="9012658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2800" dirty="0"/>
              <a:t>Modelo de desarrollo </a:t>
            </a:r>
            <a:r>
              <a:rPr lang="es-MX" sz="2800" b="1" dirty="0"/>
              <a:t>Híbrido (Cascada + Ágil)</a:t>
            </a:r>
            <a:r>
              <a:rPr lang="es-MX" sz="2800" dirty="0"/>
              <a:t>:</a:t>
            </a:r>
          </a:p>
          <a:p>
            <a:r>
              <a:rPr lang="es-MX" sz="2800" dirty="0"/>
              <a:t>Primero se construyó y probó el </a:t>
            </a:r>
            <a:r>
              <a:rPr lang="es-MX" sz="2800" b="1" dirty="0" err="1"/>
              <a:t>Backend</a:t>
            </a:r>
            <a:r>
              <a:rPr lang="es-MX" sz="2800" dirty="0"/>
              <a:t> completo.</a:t>
            </a:r>
          </a:p>
          <a:p>
            <a:r>
              <a:rPr lang="es-MX" sz="2800" dirty="0"/>
              <a:t>Luego se desarrolló el </a:t>
            </a:r>
            <a:r>
              <a:rPr lang="es-MX" sz="2800" b="1" dirty="0" err="1"/>
              <a:t>Frontend</a:t>
            </a:r>
            <a:r>
              <a:rPr lang="es-MX" sz="2800" dirty="0"/>
              <a:t> por módulos, mejorándolo por iteraciones.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0774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0C86304-0CB9-474A-90CA-DC49FF30BEB4}"/>
              </a:ext>
            </a:extLst>
          </p:cNvPr>
          <p:cNvSpPr txBox="1"/>
          <p:nvPr/>
        </p:nvSpPr>
        <p:spPr>
          <a:xfrm>
            <a:off x="3819799" y="737495"/>
            <a:ext cx="5406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3200" dirty="0"/>
              <a:t>Resultados y Conclusión</a:t>
            </a:r>
            <a:endParaRPr kumimoji="0" lang="es-ES" sz="3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63BD1E-7FBF-7F01-AE65-090CD910B36C}"/>
              </a:ext>
            </a:extLst>
          </p:cNvPr>
          <p:cNvSpPr txBox="1"/>
          <p:nvPr/>
        </p:nvSpPr>
        <p:spPr>
          <a:xfrm>
            <a:off x="1813705" y="2090172"/>
            <a:ext cx="73044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b="1" dirty="0"/>
              <a:t>Resultados:</a:t>
            </a:r>
            <a:endParaRPr lang="es-MX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Cotización más rápida y clara.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Citas organizadas y registradas.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Menos errores en la gestión.</a:t>
            </a:r>
          </a:p>
          <a:p>
            <a:pPr>
              <a:buNone/>
            </a:pPr>
            <a:r>
              <a:rPr lang="es-MX" sz="2400" b="1" dirty="0"/>
              <a:t>Conclusión:</a:t>
            </a:r>
            <a:br>
              <a:rPr lang="es-MX" sz="2400" dirty="0"/>
            </a:br>
            <a:r>
              <a:rPr lang="es-MX" sz="2400" dirty="0"/>
              <a:t>La plataforma mejora la atención al cliente y optimiza la operación interna de la empresa.</a:t>
            </a:r>
          </a:p>
        </p:txBody>
      </p:sp>
    </p:spTree>
    <p:extLst>
      <p:ext uri="{BB962C8B-B14F-4D97-AF65-F5344CB8AC3E}">
        <p14:creationId xmlns:p14="http://schemas.microsoft.com/office/powerpoint/2010/main" val="104335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633CE9EBF6F994EA050AE1D82DB949F" ma:contentTypeVersion="3" ma:contentTypeDescription="Crear nuevo documento." ma:contentTypeScope="" ma:versionID="9c09faf38416d58108a7af2e9e39daae">
  <xsd:schema xmlns:xsd="http://www.w3.org/2001/XMLSchema" xmlns:xs="http://www.w3.org/2001/XMLSchema" xmlns:p="http://schemas.microsoft.com/office/2006/metadata/properties" xmlns:ns2="6ed8ad25-c5d6-43c7-953f-cc580d49047f" targetNamespace="http://schemas.microsoft.com/office/2006/metadata/properties" ma:root="true" ma:fieldsID="e31305d65c318554f2b0ecfe2fa62832" ns2:_="">
    <xsd:import namespace="6ed8ad25-c5d6-43c7-953f-cc580d4904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d8ad25-c5d6-43c7-953f-cc580d490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807587-DD85-4BD9-B369-1FE24E73480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6ed8ad25-c5d6-43c7-953f-cc580d49047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DFA170-CBC2-45AE-B255-95A4D25727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EEE99C-C0F7-4395-AD40-26EC48FC8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d8ad25-c5d6-43c7-953f-cc580d4904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4113</TotalTime>
  <Words>335</Words>
  <Application>Microsoft Office PowerPoint</Application>
  <PresentationFormat>Panorámica</PresentationFormat>
  <Paragraphs>57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158C_92301010126</cp:lastModifiedBy>
  <cp:revision>76</cp:revision>
  <dcterms:created xsi:type="dcterms:W3CDTF">2020-10-01T23:51:28Z</dcterms:created>
  <dcterms:modified xsi:type="dcterms:W3CDTF">2025-11-07T17:48:44Z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0x0101003633CE9EBF6F994EA050AE1D82DB949F</vt:lpwstr>
  </property>
  <property fmtid="{D5CDD505-2E9C-101B-9397-08002B2CF9AE}" pid="3" name="MSIP_Label_fc111285-cafa-4fc9-8a9a-bd902089b24f_Enabled">
    <vt:lpwstr>true</vt:lpwstr>
  </property>
  <property fmtid="{D5CDD505-2E9C-101B-9397-08002B2CF9AE}" pid="4" name="MSIP_Label_fc111285-cafa-4fc9-8a9a-bd902089b24f_SetDate">
    <vt:lpwstr>2025-11-07T17:38:15Z</vt:lpwstr>
  </property>
  <property fmtid="{D5CDD505-2E9C-101B-9397-08002B2CF9AE}" pid="5" name="MSIP_Label_fc111285-cafa-4fc9-8a9a-bd902089b24f_Method">
    <vt:lpwstr>Privileged</vt:lpwstr>
  </property>
  <property fmtid="{D5CDD505-2E9C-101B-9397-08002B2CF9AE}" pid="6" name="MSIP_Label_fc111285-cafa-4fc9-8a9a-bd902089b24f_Name">
    <vt:lpwstr>Public</vt:lpwstr>
  </property>
  <property fmtid="{D5CDD505-2E9C-101B-9397-08002B2CF9AE}" pid="7" name="MSIP_Label_fc111285-cafa-4fc9-8a9a-bd902089b24f_SiteId">
    <vt:lpwstr>cbc2c381-2f2e-4d93-91d1-506c9316ace7</vt:lpwstr>
  </property>
  <property fmtid="{D5CDD505-2E9C-101B-9397-08002B2CF9AE}" pid="8" name="MSIP_Label_fc111285-cafa-4fc9-8a9a-bd902089b24f_ActionId">
    <vt:lpwstr>116541e0-e27b-4605-bb0e-f822cb3fa463</vt:lpwstr>
  </property>
  <property fmtid="{D5CDD505-2E9C-101B-9397-08002B2CF9AE}" pid="9" name="MSIP_Label_fc111285-cafa-4fc9-8a9a-bd902089b24f_ContentBits">
    <vt:lpwstr>0</vt:lpwstr>
  </property>
  <property fmtid="{D5CDD505-2E9C-101B-9397-08002B2CF9AE}" pid="10" name="MSIP_Label_fc111285-cafa-4fc9-8a9a-bd902089b24f_Tag">
    <vt:lpwstr>10, 0, 1, 1</vt:lpwstr>
  </property>
</Properties>
</file>